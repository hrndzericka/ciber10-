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Esta presentación es de refuerzo: no repite toda la teoría, sino que se enfoca en las ideas que más cuestan y en un caso práctico de Costa Rica. Al final, el estudiantado estará listo para el cotidiano interactivo.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 ruta de la clase. Pregunte qué máquinas automáticas usaron hoy antes de llegar al colegio (semáforo, portón, cajero).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Recorra los cuatro niveles con los ejemplos. Pida a cada grupo un ejemplo propio de cada nivel. Error frecuente: confundir mecanizado con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cada etapa con un componente. Dramatice: un estudiante es sensor, otro controlador y otro actuador, pasando un mensaje.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una discusión breve: ¿automatizar siempre es bueno? Rescate el impacto social y la necesidad de capacitación.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agreguen un ejemplo más por fila. Recalque que en bienestar social el robot apoya al profesional; no lo sustituye.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 el caso con el grupo, etapa por etapa. Pregunte qué nivel de automatización es (automático) y qué tecnologías usa (visión artificial, controlador, brazo).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percepción; 2) semiautomática; 3) repetitiva, peligrosa, de precisión o continua; 4) cirugía asistida, prótesis, rehabilitación.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las tres ideas. Indique que el cotidiano se entrega con la captura de «Mi resultado» por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RA1 · Automatización robotizada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RA1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robotizada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cómo funciona un sistema robotizado y dónde conviene usarlo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trabajo manual al automático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ciclo: percibir, razonar y actuar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automatizar?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por ámbito con ejemplos ticos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una planta en Heredia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distinguir los principios y los usos de la automatización robotizada.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niveles: ¿quién decide?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no es cuánta máquina hay, sino quién toma las decisiones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622728" cy="3108960"/>
          </a:xfrm>
          <a:prstGeom prst="roundRect">
            <a:avLst>
              <a:gd name="adj" fmla="val 4184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225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hace y decide todo. Ej.: llenar botellas a mano.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372536" y="1874520"/>
            <a:ext cx="2622728" cy="3108960"/>
          </a:xfrm>
          <a:prstGeom prst="roundRect">
            <a:avLst>
              <a:gd name="adj" fmla="val 4184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3704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788920"/>
            <a:ext cx="225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Mecanizado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73704" y="356616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aporta fuerza; la persona decide cada acción. Ej.: moledora de café.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6432" y="1874520"/>
            <a:ext cx="2622728" cy="3108960"/>
          </a:xfrm>
          <a:prstGeom prst="roundRect">
            <a:avLst>
              <a:gd name="adj" fmla="val 4184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97600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97600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97600" y="2788920"/>
            <a:ext cx="225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Semiautomático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6397600" y="356616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hace la tarea; la persona la inicia o supervisa. Ej.: lavadora.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9020327" y="1874520"/>
            <a:ext cx="2622728" cy="3108960"/>
          </a:xfrm>
          <a:prstGeom prst="roundRect">
            <a:avLst>
              <a:gd name="adj" fmla="val 4184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221495" y="2075688"/>
            <a:ext cx="566928" cy="566928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2149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21495" y="2788920"/>
            <a:ext cx="2256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9221495" y="3566160"/>
            <a:ext cx="2256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percibe, decide y actúa solo. Ej.: línea que aparta productos defectuosos.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para el cotidiano: si la máquina se detiene cuando la persona suelta el botón, todavía no es automática.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todo sistema robotizado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muchas veces por segundo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2631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4533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sensores captan información: distancia, luz, temperatura, imagen.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38218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22631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14" y="245333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66818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Razonamiento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procesa los datos y decide según su programa.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27797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22631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92" y="245333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56397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actuadores (motores, pinzas, válvulas) ejecutan la tarea física.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Aspiradora robótica: el sensor detecta la silla → el controlador decide girar → las ruedas cambian de dirección.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conviene automatizar?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Conviene si la tarea es…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Repetitiva: se hace igual miles de veces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Peligrosa: químicos, calor, cargas pesadas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precisión: medidas exactas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Continua: debe operar día y noche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278728" y="1600200"/>
            <a:ext cx="5364328" cy="3794760"/>
          </a:xfrm>
          <a:prstGeom prst="roundRect">
            <a:avLst>
              <a:gd name="adj" fmla="val 2892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98768" y="182880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que considerar…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598768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 alta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y repuestos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técnico capacitado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los puestos de trabajo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automatizar es un análisis: ventajas contra costos y efectos en las personas.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Usos por ámbito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  <a:gridCol w="295351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en Costa Rica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Brazo que aparta piezas defectuosas en una zona franca de Heredia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constante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que registra facturas electrónicas sin digitarlas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errores y tiempo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Cortacésped automático o luces que se encienden al anochecer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Comodidad y ahorro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Kits de robótica en colegios técnicos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Aprender haciendo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Bienestar social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Exoesqueleto de rehabilitación o cirugía asistida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 y accesibilidad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 paso a paso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planta de dispositivos médicos en Heredia revisa 2 000 catéteres por hora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manual es lenta y se cometen errores al final del turno.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807757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8925" y="2075688"/>
            <a:ext cx="566928" cy="566928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892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008925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008925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cámara (visión artificial) mide cada pieza en la banda.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66873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68041" y="2075688"/>
            <a:ext cx="566928" cy="566928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68041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68041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Razonamiento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68041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compara la medida con la tolerancia permitida.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325990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27158" y="2075688"/>
            <a:ext cx="566928" cy="566928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715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527158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27158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cumple, un brazo la aparta; si cumple, sigue a empaque.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585107" y="1874520"/>
            <a:ext cx="2057949" cy="3566160"/>
          </a:xfrm>
          <a:prstGeom prst="roundRect">
            <a:avLst>
              <a:gd name="adj" fmla="val 533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86275" y="2075688"/>
            <a:ext cx="566928" cy="566928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86275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786275" y="2788920"/>
            <a:ext cx="169218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786275" y="3566160"/>
            <a:ext cx="169218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constante, registro de datos y personal en tareas de mayor valor.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etapa del ciclo realiza un sensor de temperatura?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¿Una lavadora en la que elegís el ciclo es mecanizada o semiautomática?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Mencioná dos razones para automatizar una tarea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ejemplo de automatización en el bienestar social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es percibir, decidir y actuar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define el nivel es quién toma las decisiones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 lo repetitivo, peligroso, preciso o continuo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en industria, empresa, hogar, educación y bienestar social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«Automatización a la tica» en la plataforma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RA1 Automatización robotizada: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