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refuerza la del tema. Se centra en distinguir mecanismos, tipos de movimiento y el proceso de diseño, con la bicicleta como ejemplo guía.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Lleve una bicicleta o una imagen grande. Será el ejemplo de toda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Identifique las tres partes en la bicicleta y luego en una licuadora (motor eléctrico, acople, cuchillas).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que imiten cada movimiento con el brazo. Ese gesto les ayuda a clasificar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en cuál columna va el mecanismo de un sacapuntas de manivela, una bomba manual o un gato de carro.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que identifiquen estos componentes en la banda transportadora de la presentación del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Resuelvan el reto en la pizarra siguiendo los seis pasos. Esta secuencia aparece en el cotidiano (actividad de ordenar).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tabla prepara la actividad de detectar el error en un plan de construcción.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alternativo; 2) piñón-cremallera; 3) porque sus eslabones encajan en los dientes; 4) las cuchillas.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 indique el cotidiano. Recuerde que la sesión siguiente se construye un componente mecánico.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Mecanismos y máquinas · Aplicación de la robótica · CTP Mercedes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822960"/>
            <a:ext cx="5120640" cy="5120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206240"/>
            <a:ext cx="2377440" cy="23774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Aplicación de la robótica · Décimo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9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RA2</a:t>
            </a:r>
            <a:endParaRPr lang="en-US" sz="28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23317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 y máquinas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y práctica: cómo se transmite y transforma el movimiento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Ericka Hernández Mena · CTP Mercedes Norte · Ciberseguridad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91640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91640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y máquina: la parte y el todo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96896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596896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96896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 de movimiento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02152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02152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Transmitir o transformar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407408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07408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407408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clave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312664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312664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5312664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práctico: diseñar una máquina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686800" y="1691640"/>
            <a:ext cx="2953512" cy="4343400"/>
          </a:xfrm>
          <a:prstGeom prst="roundRect">
            <a:avLst>
              <a:gd name="adj" fmla="val 4644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148840"/>
            <a:ext cx="1371600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961120" y="3749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aplicar los conceptos de mecanismos en procesos mecanizados.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máquina en tres partes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= parte que mueve; máquina = conjunto que hace un trabajo útil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3564026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88920"/>
            <a:ext cx="3198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motor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66160"/>
            <a:ext cx="31982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la energía: las piernas sobre los pedales.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313834" y="1874520"/>
            <a:ext cx="3564026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15002" y="2075688"/>
            <a:ext cx="566928" cy="566928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15002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15002" y="2788920"/>
            <a:ext cx="3198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 de transmisión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515002" y="3566160"/>
            <a:ext cx="31982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el movimiento: plato, cadena y piñón.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079029" y="1874520"/>
            <a:ext cx="3564026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80197" y="2075688"/>
            <a:ext cx="566928" cy="566928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80197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80197" y="2788920"/>
            <a:ext cx="3198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receptor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280197" y="3566160"/>
            <a:ext cx="31982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movimiento y hace el trabajo: la rueda trasera.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automóvil combina más de 30 mecanismos; cada uno por sí solo no hace el trabajo completo.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tipos de movimiento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33903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971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Rotativo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4290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sobre un eje. Ej.: rueda, engranaje, ventilador.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4338218" y="19202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66818" y="2148840"/>
            <a:ext cx="731520" cy="73152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14" y="233903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66818" y="2971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566818" y="34290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en línea recta. Ej.: portón corredizo, cajón.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8127797" y="19202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356397" y="2148840"/>
            <a:ext cx="731520" cy="73152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592" y="2339035"/>
            <a:ext cx="351130" cy="3511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56397" y="2971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Alternativo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8356397" y="34290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y viene sobre la misma línea. Ej.: pistón, aguja de máquina de coser.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clasificar un mecanismo, mirá qué movimiento entra y cuál sale.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Transmitir o transformar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82880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Transmisión: el movimiento no cambia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83464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Engranajes: giro a giro sin deslizar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Poleas y correa: giro a distancia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y piñón: giro con mucha fuerza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Palanca: fuerza en línea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78728" y="160020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98768" y="182880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Transformación: el movimiento cambia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598768" y="283464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Piñón-cremallera: giro ↔ lineal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Biela-manivela: giro ↔ alternativo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Leva: giro → subir y bajar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Tornillo-tuerca: giro → lineal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Portón eléctrico: el motor gira y la cremallera avanza en línea recta, es transformación.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que no pueden faltar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423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8803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donde giran ruedas y engranajes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90824" y="15544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19424" y="2423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Engranaje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619424" y="28803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Rueda dentada; no desliza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233008" y="15544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61608" y="2423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Polea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461608" y="28803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Rueda con canal para cuerda o correa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075191" y="15544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303791" y="2423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9303791" y="28803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plato y piñón con fuerza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548640" y="39547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77240" y="4183380"/>
            <a:ext cx="548640" cy="54864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2602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77240" y="48234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Palanca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52806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que gira en un apoyo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3390824" y="39547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3619424" y="4183380"/>
            <a:ext cx="548640" cy="54864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070" y="4326026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619424" y="48234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3619424" y="52806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que empuja a otra al girar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6233008" y="39547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461608" y="4183380"/>
            <a:ext cx="548640" cy="54864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254" y="4326026"/>
            <a:ext cx="263347" cy="26334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461608" y="48234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Rodamiento</a:t>
            </a:r>
            <a:endParaRPr lang="en-US" sz="1800" dirty="0"/>
          </a:p>
        </p:txBody>
      </p:sp>
      <p:sp>
        <p:nvSpPr>
          <p:cNvPr id="38" name="Text 28"/>
          <p:cNvSpPr txBox="1"/>
          <p:nvPr/>
        </p:nvSpPr>
        <p:spPr>
          <a:xfrm>
            <a:off x="6461608" y="52806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fricción del eje</a:t>
            </a:r>
            <a:endParaRPr lang="en-US" sz="1600" dirty="0"/>
          </a:p>
        </p:txBody>
      </p:sp>
      <p:sp>
        <p:nvSpPr>
          <p:cNvPr id="39" name="Shape 29"/>
          <p:cNvSpPr/>
          <p:nvPr/>
        </p:nvSpPr>
        <p:spPr>
          <a:xfrm>
            <a:off x="9075191" y="39547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9303791" y="4183380"/>
            <a:ext cx="548640" cy="548640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6438" y="4326026"/>
            <a:ext cx="263347" cy="263347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303791" y="48234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1800" dirty="0"/>
          </a:p>
        </p:txBody>
      </p:sp>
      <p:sp>
        <p:nvSpPr>
          <p:cNvPr id="43" name="Text 32"/>
          <p:cNvSpPr txBox="1"/>
          <p:nvPr/>
        </p:nvSpPr>
        <p:spPr>
          <a:xfrm>
            <a:off x="9303791" y="52806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y alinea todo el conjunto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práctico: izar la bandera con manivela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del comité de actos cívicos del colegio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1681429" cy="338328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66160"/>
            <a:ext cx="1315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 bandera con poco esfuerzo.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31237" y="1874520"/>
            <a:ext cx="1681429" cy="338328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32405" y="2075688"/>
            <a:ext cx="566928" cy="566928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32405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632405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632405" y="3566160"/>
            <a:ext cx="1315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giro de manivela. Salida: subida vertical.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13834" y="1874520"/>
            <a:ext cx="1681429" cy="338328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15002" y="2075688"/>
            <a:ext cx="566928" cy="566928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15002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15002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15002" y="3566160"/>
            <a:ext cx="1315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Manivela con eje que enrolla la cuerda y polea fija arriba.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96432" y="1874520"/>
            <a:ext cx="1681429" cy="338328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7600" y="2075688"/>
            <a:ext cx="566928" cy="566928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9760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397600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Boceto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97600" y="3566160"/>
            <a:ext cx="1315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con medidas y conexiones.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079029" y="1874520"/>
            <a:ext cx="1681429" cy="338328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80197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80197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280197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y probar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280197" y="3566160"/>
            <a:ext cx="1315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con materiales del taller.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961626" y="1874520"/>
            <a:ext cx="1681429" cy="3383280"/>
          </a:xfrm>
          <a:prstGeom prst="roundRect">
            <a:avLst>
              <a:gd name="adj" fmla="val 6526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162794" y="2075688"/>
            <a:ext cx="566928" cy="566928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162794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0162794" y="2788920"/>
            <a:ext cx="13156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Mejorar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162794" y="3566160"/>
            <a:ext cx="1315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lo que falló: cuerda floja, eje torcido.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Fallas comunes al construir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7647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pasa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probable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engranajes se saltan dientes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Ejes muy separados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Acercar los ejes hasta que encajen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correa patina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Correa floja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Tensarla o usar una más corta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rueda gira torcida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doblado o mal centrado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o centrar el eje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Mucho ruido y calor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Fricción alta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rodamientos o lubricar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 cada mecanismo por separado antes de unirlos.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Respondé en voz alta o en tu cuaderno antes de abrir el cotidiano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¿1?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aguja de una máquina de coser tiene movimiento rotativo, lineal o alternativo?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7328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¿2?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07328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mecanismo transforma giro en lineal en un portón?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85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¿3?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cadena no patina como una correa?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732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¿4?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licuadora, ¿cuál es el elemento receptor?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143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máquinas organizan mecanismos para un fin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60604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máquina tiene motor, transmisión y receptor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mecanismos transmiten o transforman el movimiento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es elegir mecanismos según el movimiento que entra y el que sale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40080" y="5257800"/>
            <a:ext cx="7498080" cy="777240"/>
          </a:xfrm>
          <a:prstGeom prst="roundRect">
            <a:avLst>
              <a:gd name="adj" fmla="val 14118"/>
            </a:avLst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5257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cotidiano interactivo «Taller de mecanismos» en la plataforma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tica U3">
  <a:themeElements>
    <a:clrScheme name="Robotica U3">
      <a:dk1>
        <a:srgbClr val="14203A"/>
      </a:dk1>
      <a:lt1>
        <a:srgbClr val="FFFFFF"/>
      </a:lt1>
      <a:dk2>
        <a:srgbClr val="101A2E"/>
      </a:dk2>
      <a:lt2>
        <a:srgbClr val="F3F5F9"/>
      </a:lt2>
      <a:accent1>
        <a:srgbClr val="6A3DD8"/>
      </a:accent1>
      <a:accent2>
        <a:srgbClr val="0E8C81"/>
      </a:accent2>
      <a:accent3>
        <a:srgbClr val="A8520B"/>
      </a:accent3>
      <a:accent4>
        <a:srgbClr val="A98BFA"/>
      </a:accent4>
      <a:accent5>
        <a:srgbClr val="3DD3C2"/>
      </a:accent5>
      <a:accent6>
        <a:srgbClr val="F0A855"/>
      </a:accent6>
      <a:hlink>
        <a:srgbClr val="6A3DD8"/>
      </a:hlink>
      <a:folHlink>
        <a:srgbClr val="0E8C81"/>
      </a:folHlink>
    </a:clrScheme>
    <a:fontScheme name="Robotica U3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RA2 Mecanismos y máquinas: repaso y práctica</dc:title>
  <dc:subject>PptxGenJS Presentation</dc:subject>
  <dc:creator>MsC. Ericka Hernández Mena</dc:creator>
  <cp:lastModifiedBy>MsC. Ericka Hernández Mena</cp:lastModifiedBy>
  <cp:revision>1</cp:revision>
  <dcterms:created xsi:type="dcterms:W3CDTF">2026-10-06T18:27:34Z</dcterms:created>
  <dcterms:modified xsi:type="dcterms:W3CDTF">2026-10-06T18:27:34Z</dcterms:modified>
</cp:coreProperties>
</file>