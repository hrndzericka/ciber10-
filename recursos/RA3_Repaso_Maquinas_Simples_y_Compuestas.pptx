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Refuerzo centrado en lo que más cuesta: la ley de la palanca, la relación de transmisión y cómo elegir una máquina para un 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que habrá cálculos sencillos; tengan calculadora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la prueba con una tabla y un libro: subirlo directo y por la rampa, sintiendo la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un objeto del aula o la casa para cada máquina. La cuña y el tornillo son planos inclinados modificados.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Resuelva el ejemplo paso a paso. Luego cambie dF a 3 m para que vean que la fuerza baja a 15 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dos tapas de botella como engranajes para mostrar el cambio de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tabla es la base de la tabla de doble entrada del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el cálculo con el grupo. Enfatice la evaluación: ganar velocidad cuesta fuerza.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cuña; 2) 1 m (20 × d = 50 × 0,4); 3) 3 vueltas, en sentido contrario; 4) palanca y rueda con eje.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cotidiano tiene cálculos: recuérdeles anotar el procedimiento en el cuaderno.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Máquinas simples y compuestas · Aplicación de la robótica · CTP Mercedes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822960"/>
            <a:ext cx="5120640" cy="5120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206240"/>
            <a:ext cx="2377440" cy="23774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Aplicación de la robótica · Décimo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9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RA3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2331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simples y compuestas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práctica: ventaja mecánica, palancas y engranajes con cálculos sencillos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Ericka Hernández Mena · CTP Mercedes Norte · Ciberseguridad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mecánica: nada es gratis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96896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96896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máquinas simples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02152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02152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palanca y su ley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07408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407408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Tamaño, velocidad y acople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312664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312664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312664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retos en una finca de café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0" y="1691640"/>
            <a:ext cx="2953512" cy="4343400"/>
          </a:xfrm>
          <a:prstGeom prst="roundRect">
            <a:avLst>
              <a:gd name="adj" fmla="val 4644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148840"/>
            <a:ext cx="13716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61120" y="3749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evaluar qué máquina conviene para resolver un reto.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mecánica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852160" cy="4297680"/>
          </a:xfrm>
          <a:prstGeom prst="roundRect">
            <a:avLst>
              <a:gd name="adj" fmla="val 3191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774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fuerza = más distancia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2519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no crean energía: la reorganizan. Si hacés menos fuerza, recorrés más camino o tardás más tiempo.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20840" y="1737360"/>
            <a:ext cx="4922215" cy="4297680"/>
          </a:xfrm>
          <a:prstGeom prst="roundRect">
            <a:avLst>
              <a:gd name="adj" fmla="val 255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96596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subir sacos de café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560320"/>
            <a:ext cx="43735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un saco de 46 kg directo al camión cuesta mucho esfuerzo.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rampa larga se empuja con menos fuerza…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…pero el saco recorre una distancia mayor.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un plano inclinado: cambiamos fuerza por distancia.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seis máquinas simples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15258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4231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880360"/>
            <a:ext cx="3058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 la fuerza con un punto de apoyo. Sube y baja, carretilla.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38218" y="1554480"/>
            <a:ext cx="3515258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66818" y="24231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inclinado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66818" y="2880360"/>
            <a:ext cx="3058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esfuerzo para subir cargas. Rampas.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127797" y="1554480"/>
            <a:ext cx="3515258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56397" y="24231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56397" y="2880360"/>
            <a:ext cx="3058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dirección de la fuerza. Asta de bandera, pozo.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3954780"/>
            <a:ext cx="3515258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240" y="4183380"/>
            <a:ext cx="548640" cy="54864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2602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7240" y="48234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Rueda y eje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5280660"/>
            <a:ext cx="3058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mover y transportar. Carreta, perilla.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4338218" y="3954780"/>
            <a:ext cx="3515258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66818" y="4183380"/>
            <a:ext cx="548640" cy="54864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2602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66818" y="48234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Cuña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66818" y="5280660"/>
            <a:ext cx="3058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o corta. Hacha, machete, cuchillo.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8127797" y="3954780"/>
            <a:ext cx="3515258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356397" y="4183380"/>
            <a:ext cx="548640" cy="54864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2602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356397" y="48234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Tornillo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56397" y="5280660"/>
            <a:ext cx="305805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giro en avance con gran fuerza. Gato de carro.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de la palanca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852160" cy="4297680"/>
          </a:xfrm>
          <a:prstGeom prst="roundRect">
            <a:avLst>
              <a:gd name="adj" fmla="val 3191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774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× dF = R × dR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2519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fuerza aplicada · dF: su distancia al apoyo · R: carga · dR: su distancia al apoyo. Cuanto más largo el brazo de la fuerza, menos fuerza se necesita.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20840" y="1737360"/>
            <a:ext cx="4922215" cy="4297680"/>
          </a:xfrm>
          <a:prstGeom prst="roundRect">
            <a:avLst>
              <a:gd name="adj" fmla="val 255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96596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resuelto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560320"/>
            <a:ext cx="43735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Tronco de 90 kg a 0,5 m del apoyo.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Empujamos a 1,5 m del apoyo.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× 1,5 = 90 × 0,5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× 1,5 = 45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45 ÷ 1,5 = 30 kg de fuerza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Tamaño, velocidad y acople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Respecto al tamaño y al tiempo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834640"/>
            <a:ext cx="47242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engranaje pequeño gira más rápido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grande gira más lento pero con más fuerza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Vueltas del conducido = vueltas del conductor × (dientes conductor ÷ dientes conducido)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dientes moviendo 10 → el pequeño da 4 vueltas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98768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Respecto al acople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468880"/>
            <a:ext cx="472424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Acople directo: las piezas se tocan (dos engranajes)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acople directo giran en sentidos opuestos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Acople indirecto: con correa o cadena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Correa abierta o cadena: mismo sentido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compuestas por dentro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compuesta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Máquinas simples que la forman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Carretilla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Palanca de segunda clase + rueda y eje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Tijeras de podar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palancas + dos cuñas (las hojas)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Grúa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Poleas + palanca (brazo) + rueda y eje (tambor)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Abrelatas de manivela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Palanca + cuña + rueda y eje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Bicicleta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Ruedas y ejes + palancas (pedales, frenos) + cadena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una de sus máquinas simples, todo el conjunto se ve afectado.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práctico: el despulpador de doña Ana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Finca en San Isidro de Heredia: el despulpador gira muy lento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 engranaje de 10 dientes; despulpador con uno de 40.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807757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08925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0892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008925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08925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vuelta del motor, el despulpador da 10 ÷ 40 = 0,25 vueltas.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066873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68041" y="2075688"/>
            <a:ext cx="566928" cy="566928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68041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68041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68041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engranaje del despulpador por uno de 20 dientes.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325990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27158" y="2075688"/>
            <a:ext cx="566928" cy="566928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715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527158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cálculo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27158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÷ 20 = 0,5 vueltas: gira el doble de rápido.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585107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86275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8627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786275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786275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velocidad, pero menos fuerza: probar si aún despulpa bien.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en voz alta o en tu cuaderno antes de abrir el cotidiano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¿1?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máquina simple es un machete?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50 kg a 0,4 m del apoyo: ¿a qué distancia empujás para hacer 20 kg?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¿3?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engranaje de 30 dientes mueve uno de 10: ¿cuántas vueltas da el pequeño?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¿4?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máquinas simples forman una carretilla?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bien la máquina resuelve el reto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fuerza se paga con más distancia o tiempo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palanca se calcula con F × dF = R × dR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cambia la velocidad y el acople cambia el sentido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40080" y="5257800"/>
            <a:ext cx="7498080" cy="777240"/>
          </a:xfrm>
          <a:prstGeom prst="roundRect">
            <a:avLst>
              <a:gd name="adj" fmla="val 14118"/>
            </a:avLst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257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cotidiano interactivo «Retos de construcción en la finca»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ica U3">
  <a:themeElements>
    <a:clrScheme name="Robotica U3">
      <a:dk1>
        <a:srgbClr val="14203A"/>
      </a:dk1>
      <a:lt1>
        <a:srgbClr val="FFFFFF"/>
      </a:lt1>
      <a:dk2>
        <a:srgbClr val="101A2E"/>
      </a:dk2>
      <a:lt2>
        <a:srgbClr val="F3F5F9"/>
      </a:lt2>
      <a:accent1>
        <a:srgbClr val="6A3DD8"/>
      </a:accent1>
      <a:accent2>
        <a:srgbClr val="0E8C81"/>
      </a:accent2>
      <a:accent3>
        <a:srgbClr val="A8520B"/>
      </a:accent3>
      <a:accent4>
        <a:srgbClr val="A98BFA"/>
      </a:accent4>
      <a:accent5>
        <a:srgbClr val="3DD3C2"/>
      </a:accent5>
      <a:accent6>
        <a:srgbClr val="F0A855"/>
      </a:accent6>
      <a:hlink>
        <a:srgbClr val="6A3DD8"/>
      </a:hlink>
      <a:folHlink>
        <a:srgbClr val="0E8C81"/>
      </a:folHlink>
    </a:clrScheme>
    <a:fontScheme name="Robotica U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RA3 Máquinas simples y compuestas: repaso y práctica</dc:title>
  <dc:subject>PptxGenJS Presentation</dc:subject>
  <dc:creator>MsC. Ericka Hernández Mena</dc:creator>
  <cp:lastModifiedBy>MsC. Ericka Hernández Mena</cp:lastModifiedBy>
  <cp:revision>1</cp:revision>
  <dcterms:created xsi:type="dcterms:W3CDTF">2026-10-06T18:27:34Z</dcterms:created>
  <dcterms:modified xsi:type="dcterms:W3CDTF">2026-10-06T18:27:34Z</dcterms:modified>
</cp:coreProperties>
</file>