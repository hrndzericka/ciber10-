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Refuerzo con un caso guía: automatizar la barrera de un cruce del tren.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quién ha visto las barreras del tren en Heredia y cómo creen que funcionan.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el final de carrera y el relé con ejemplos; aparecen en el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Dibuje los tres circuitos en la pizarra. Haga el cálculo del pie con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motor elegirían para cada parte de un robot. Recalque el servo para ángulos exactos.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laboratorio, muestre Tinkercad Circuits en vivo con un LED y un pulsador.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el pseudocódigo con el grupo. Pregunte qué pasaría si escribieran 90° en la línea de bajar (es un error del cotidiano).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se apagan todos; 2) servomotor; 3) 50 pasos; 4) para detectar errores sin dañar componentes ni gastar materiales.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 indique el cotidiano, que incluye rotular un circuito y depurar pseudocódigo.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RA4 · Motores y simuladores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RA4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 y simuladores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control, circuitos, motores y simulación aplicados a un reto real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mecánico y eléctrico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Serie, paralelo y mixto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motor correcto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antes de construir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la barrera del tren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analizar motores y simuladores en retos específicos.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controlar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mecánico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físicas: topes, levas, resortes, engranajes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barato, no necesita electricidad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tope que detiene una puerta corrediza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78728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98768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eléctrico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Interruptores, relés, sensores, finales de carrera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preciso y fácil de automatizar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sensor que enciende las luces al anochecer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barrera del tren se usan los dos: sensor y final de carrera (eléctrico) más un tope de hule (mecánico) como seguridad.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Serie, paralelo y mixto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camino. Si falla un elemento, todo se apaga. El voltaje se reparte. Ej.: luces navideñas antiguas.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4338218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66818" y="21488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14" y="23390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66818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566818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independientes. Si una falla, las demás siguen. Cada rama recibe el voltaje completo. Ej.: luces de la casa.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8127797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356397" y="21488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92" y="23390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56397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Mixto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356397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ambos. Ej.: un breaker en serie que controla varias luces en paralelo.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rápido: 3 bombillos iguales en serie con 9 V → 3 V cada uno; en paralelo → 9 V cada uno.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motor uso?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937760"/>
                <a:gridCol w="3593592"/>
              </a:tblGrid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trabaja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 uso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 continuo; cambia de sentido con la polaridad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Ruedas de robot, ventilador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Motorreductor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con engranajes: menos velocidad, más fuerza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 móviles, portones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a paso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 en pasos fijos (1,8° = 200 por vuelta)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Impresora 3D, CNC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Servomotor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coloca en un ángulo exacto (0° a 180°)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Brazos robóticos, barreras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Corriente de la casa; potente y duradero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Lavadora, bomba de agua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Hidráulico y neumático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Fluido a presión o aire comprimido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Excavadoras, herramientas industriales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antes de construir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Eléctricos: Tinkercad Circuits, Proteus · Informáticos: Tinkercad con Arduino, RoboDK, Factory I/O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virtual con sus componentes.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31237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32405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3240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632405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32405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lógica del controlador.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13834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15002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15002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15002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15002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y observar qué pasa.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6432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7600" y="2075688"/>
            <a:ext cx="566928" cy="566928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76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97600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7600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voltajes y detectar errores.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79029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80197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80197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80197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80197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y volver a simular.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961626" y="1874520"/>
            <a:ext cx="1681429" cy="310896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62794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62794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0162794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162794" y="3566160"/>
            <a:ext cx="13156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real con el diseño ya probado.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simulador ahorra materiales y evita dañar componentes, pero no reemplaza la prueba física.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práctico: la barrera del tren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probado en el simulador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05740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MIENTRAS sistema_encendido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sensor_tren = VERDADERO ENTONCES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servo_barrera ← 0°    // bajar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luz_roja ← ENCENDIDA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servo_barrera ← 90°   // subir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luz_roja ← APAGADA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 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 MIENTRAS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874520"/>
            <a:ext cx="44192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detecta el tren (percepción)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evalúa la condición SI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servomotor baja la barrera a 0°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luces van en paralelo: si una falla, la otra sigue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tope mecánico protege si falla el programa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en un circuito en serie si se quema un bombillo?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motor usarías para mover una compuerta exactamente 90°?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paso a paso de 1,8° por paso, ¿cuántos pasos necesita para 90°?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simular antes de construir?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Controlar, mover y probar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puede ser mecánico, eléctrico o ambos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 da independencia; serie, simplicidad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motor tiene su uso; el servo es para ángulos exactos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reduce errores antes de construir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«Cruce seguro del tren»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RA4 Motores y simuladores: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